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— 30s. Introduce yourself, the project name and one-sentence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each pain point. Emphasize the 30+ tests stat — it frames the scale of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node in the workflow. Highlight AI Test Plan as the key automation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AI Test Plan Generator and Formal Report Writer as key differentiators. Be brief — 45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 — hit the highlights: React frontend, Flask backend, Ollama for local AI, no cloud dependency.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3 main screens. Point out FAIL rows in the catalog and the one-click report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 (2–3 min):
1. Dashboard → show loaded demo DUT: Stage V Instrument Cluster
2. Test Catalog → click Superimposed Alternating Voltage → show ISO requirements
3. Campaign → highlight 2 FAIL rows (Superimposed + Low Temp)
4. Open Superimposed result → ac_voltage_upp = 3.5 V FAIL (limit 3.2 V)
5. Open Low Temp result → −15 °C FAIL (required ≤ −20 °C)
6. Generate Report → show .docx output
7. Open Word doc → highlight formatted ISO sections and requirements 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strong. Repeat the cloud-free angle — it's a real differentiator for automotive confidentiality.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508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5080">
            <a:solidFill>
              <a:srgbClr val="1A27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508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1A2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5080">
            <a:solidFill>
              <a:srgbClr val="1A27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5080">
            <a:solidFill>
              <a:srgbClr val="1A27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480560"/>
            <a:ext cx="9144000" cy="0"/>
          </a:xfrm>
          <a:prstGeom prst="line">
            <a:avLst/>
          </a:prstGeom>
          <a:noFill/>
          <a:ln w="5080">
            <a:solidFill>
              <a:srgbClr val="1A27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0"/>
            <a:ext cx="0" cy="5143500"/>
          </a:xfrm>
          <a:prstGeom prst="line">
            <a:avLst/>
          </a:prstGeom>
          <a:noFill/>
          <a:ln w="5080">
            <a:solidFill>
              <a:srgbClr val="1A27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16736" y="0"/>
            <a:ext cx="0" cy="5143500"/>
          </a:xfrm>
          <a:prstGeom prst="line">
            <a:avLst/>
          </a:prstGeom>
          <a:noFill/>
          <a:ln w="5080">
            <a:solidFill>
              <a:srgbClr val="1A27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75104" y="0"/>
            <a:ext cx="0" cy="5143500"/>
          </a:xfrm>
          <a:prstGeom prst="line">
            <a:avLst/>
          </a:prstGeom>
          <a:noFill/>
          <a:ln w="5080">
            <a:solidFill>
              <a:srgbClr val="1A27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33472" y="0"/>
            <a:ext cx="0" cy="5143500"/>
          </a:xfrm>
          <a:prstGeom prst="line">
            <a:avLst/>
          </a:prstGeom>
          <a:noFill/>
          <a:ln w="5080">
            <a:solidFill>
              <a:srgbClr val="1A27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5080">
            <a:solidFill>
              <a:srgbClr val="1A27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50208" y="0"/>
            <a:ext cx="0" cy="5143500"/>
          </a:xfrm>
          <a:prstGeom prst="line">
            <a:avLst/>
          </a:prstGeom>
          <a:noFill/>
          <a:ln w="5080">
            <a:solidFill>
              <a:srgbClr val="1A27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08576" y="0"/>
            <a:ext cx="0" cy="5143500"/>
          </a:xfrm>
          <a:prstGeom prst="line">
            <a:avLst/>
          </a:prstGeom>
          <a:noFill/>
          <a:ln w="5080">
            <a:solidFill>
              <a:srgbClr val="1A27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66944" y="0"/>
            <a:ext cx="0" cy="5143500"/>
          </a:xfrm>
          <a:prstGeom prst="line">
            <a:avLst/>
          </a:prstGeom>
          <a:noFill/>
          <a:ln w="5080">
            <a:solidFill>
              <a:srgbClr val="1A27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25312" y="0"/>
            <a:ext cx="0" cy="5143500"/>
          </a:xfrm>
          <a:prstGeom prst="line">
            <a:avLst/>
          </a:prstGeom>
          <a:noFill/>
          <a:ln w="5080">
            <a:solidFill>
              <a:srgbClr val="1A27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5080">
            <a:solidFill>
              <a:srgbClr val="1A27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42048" y="0"/>
            <a:ext cx="0" cy="5143500"/>
          </a:xfrm>
          <a:prstGeom prst="line">
            <a:avLst/>
          </a:prstGeom>
          <a:noFill/>
          <a:ln w="5080">
            <a:solidFill>
              <a:srgbClr val="1A27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00416" y="0"/>
            <a:ext cx="0" cy="5143500"/>
          </a:xfrm>
          <a:prstGeom prst="line">
            <a:avLst/>
          </a:prstGeom>
          <a:noFill/>
          <a:ln w="5080">
            <a:solidFill>
              <a:srgbClr val="1A27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58784" y="0"/>
            <a:ext cx="0" cy="5143500"/>
          </a:xfrm>
          <a:prstGeom prst="line">
            <a:avLst/>
          </a:prstGeom>
          <a:noFill/>
          <a:ln w="5080">
            <a:solidFill>
              <a:srgbClr val="1A27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0" y="182880"/>
            <a:ext cx="3657600" cy="3657600"/>
          </a:xfrm>
          <a:prstGeom prst="ellipse">
            <a:avLst/>
          </a:prstGeom>
          <a:solidFill>
            <a:srgbClr val="F59E0B">
              <a:alpha val="6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9384" y="59436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04488" y="123444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79592" y="59436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71016" y="187452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37960" y="25146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731520"/>
            <a:ext cx="8046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TestForge</a:t>
            </a:r>
            <a:endParaRPr lang="en-US" sz="8400" dirty="0"/>
          </a:p>
        </p:txBody>
      </p:sp>
      <p:sp>
        <p:nvSpPr>
          <p:cNvPr id="29" name="Text 27"/>
          <p:cNvSpPr/>
          <p:nvPr/>
        </p:nvSpPr>
        <p:spPr>
          <a:xfrm>
            <a:off x="548640" y="2423160"/>
            <a:ext cx="6217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Automotive Electronics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Management Platform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48640" y="3566160"/>
            <a:ext cx="1234440" cy="292608"/>
          </a:xfrm>
          <a:prstGeom prst="roundRect">
            <a:avLst>
              <a:gd name="adj" fmla="val 31250"/>
            </a:avLst>
          </a:prstGeom>
          <a:solidFill>
            <a:srgbClr val="0A1F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5661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16750-2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874520" y="3566160"/>
            <a:ext cx="1234440" cy="292608"/>
          </a:xfrm>
          <a:prstGeom prst="roundRect">
            <a:avLst>
              <a:gd name="adj" fmla="val 31250"/>
            </a:avLst>
          </a:prstGeom>
          <a:solidFill>
            <a:srgbClr val="0A1F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74520" y="35661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16750-4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Caner Yılmaz  •  EE 471 Modern Software Development Practices and Technologies  •  Izmir Institute of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737360" cy="274320"/>
          </a:xfrm>
          <a:prstGeom prst="roundRect">
            <a:avLst>
              <a:gd name="adj" fmla="val 2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97480" cy="2651760"/>
          </a:xfrm>
          <a:prstGeom prst="roundRect">
            <a:avLst>
              <a:gd name="adj" fmla="val 482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463040"/>
            <a:ext cx="502920" cy="50292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08483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Error-Prone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plans for ISO 16750 are built manually from scratch for every DUT, leading to missed tests and inconsistent documentation.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55848" y="1280160"/>
            <a:ext cx="2697480" cy="2651760"/>
          </a:xfrm>
          <a:prstGeom prst="roundRect">
            <a:avLst>
              <a:gd name="adj" fmla="val 482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84448" y="1463040"/>
            <a:ext cx="502920" cy="50292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4448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38728" y="208483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Prep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38728" y="25146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spend hours writing pre-test checklists and formal reports that follow the same structure every time.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54496" y="1280160"/>
            <a:ext cx="2697480" cy="2651760"/>
          </a:xfrm>
          <a:prstGeom prst="roundRect">
            <a:avLst>
              <a:gd name="adj" fmla="val 482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83096" y="1463040"/>
            <a:ext cx="502920" cy="50292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3096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📂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37376" y="208483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Tracking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37376" y="25146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results, reports, and campaign progress are scattered across spreadsheets and local folders with no unified view.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96512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1A1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096512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Automotive ECU validation can require 30+ individual tests per DUT across electrical, climatic, and chemical load categories.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737360" cy="274320"/>
          </a:xfrm>
          <a:prstGeom prst="roundRect">
            <a:avLst>
              <a:gd name="adj" fmla="val 2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TestForge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03504" y="1691640"/>
            <a:ext cx="1078992" cy="749808"/>
          </a:xfrm>
          <a:prstGeom prst="roundRect">
            <a:avLst>
              <a:gd name="adj" fmla="val 12195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03504" y="1691640"/>
            <a:ext cx="10789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709928" y="2066544"/>
            <a:ext cx="237744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819656" y="1911096"/>
            <a:ext cx="182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75104" y="1691640"/>
            <a:ext cx="1078992" cy="749808"/>
          </a:xfrm>
          <a:prstGeom prst="roundRect">
            <a:avLst>
              <a:gd name="adj" fmla="val 12195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75104" y="1691640"/>
            <a:ext cx="10789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81528" y="2066544"/>
            <a:ext cx="237744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3191256" y="1911096"/>
            <a:ext cx="182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46704" y="1691640"/>
            <a:ext cx="1078992" cy="749808"/>
          </a:xfrm>
          <a:prstGeom prst="roundRect">
            <a:avLst>
              <a:gd name="adj" fmla="val 12195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46704" y="1691640"/>
            <a:ext cx="10789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Pre-Test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53128" y="2066544"/>
            <a:ext cx="237744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562856" y="1911096"/>
            <a:ext cx="182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18304" y="1691640"/>
            <a:ext cx="1078992" cy="749808"/>
          </a:xfrm>
          <a:prstGeom prst="roundRect">
            <a:avLst>
              <a:gd name="adj" fmla="val 12195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18304" y="1691640"/>
            <a:ext cx="10789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24728" y="2066544"/>
            <a:ext cx="237744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934456" y="1911096"/>
            <a:ext cx="182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89904" y="1691640"/>
            <a:ext cx="1078992" cy="749808"/>
          </a:xfrm>
          <a:prstGeom prst="roundRect">
            <a:avLst>
              <a:gd name="adj" fmla="val 12195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89904" y="1691640"/>
            <a:ext cx="10789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96328" y="2066544"/>
            <a:ext cx="237744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7306056" y="1911096"/>
            <a:ext cx="182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61504" y="1691640"/>
            <a:ext cx="1078992" cy="749808"/>
          </a:xfrm>
          <a:prstGeom prst="roundRect">
            <a:avLst>
              <a:gd name="adj" fmla="val 12195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4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61504" y="1691640"/>
            <a:ext cx="10789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2606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ISO 16750 test workflow — automated with local AI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3108960"/>
            <a:ext cx="2697480" cy="384048"/>
          </a:xfrm>
          <a:prstGeom prst="roundRect">
            <a:avLst>
              <a:gd name="adj" fmla="val 28571"/>
            </a:avLst>
          </a:prstGeom>
          <a:solidFill>
            <a:srgbClr val="0A1F3A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1089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Qwen2.5-14B (Local LLM)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55848" y="3108960"/>
            <a:ext cx="2697480" cy="384048"/>
          </a:xfrm>
          <a:prstGeom prst="roundRect">
            <a:avLst>
              <a:gd name="adj" fmla="val 28571"/>
            </a:avLst>
          </a:prstGeom>
          <a:solidFill>
            <a:srgbClr val="0A1F3A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55848" y="31089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16750-1 / 2 / 4 / 5 Compliant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54496" y="3108960"/>
            <a:ext cx="2697480" cy="384048"/>
          </a:xfrm>
          <a:prstGeom prst="roundRect">
            <a:avLst>
              <a:gd name="adj" fmla="val 28571"/>
            </a:avLst>
          </a:prstGeom>
          <a:solidFill>
            <a:srgbClr val="0A1F3A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54496" y="31089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100% Offline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737360" cy="274320"/>
          </a:xfrm>
          <a:prstGeom prst="roundRect">
            <a:avLst>
              <a:gd name="adj" fmla="val 2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426464"/>
            <a:ext cx="2322576" cy="3657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99616"/>
            <a:ext cx="2322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Test Plan Generator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1874520"/>
            <a:ext cx="232257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applicable ISO 16750 tests based on DUT mounting location, voltage class, and temperature range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10712" y="1426464"/>
            <a:ext cx="2322576" cy="3657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1499616"/>
            <a:ext cx="2322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Checklists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10712" y="1874520"/>
            <a:ext cx="232257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Pre-test checklists with equipment, safety, and DUT prep steps — exportable as PDF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99632" y="1426464"/>
            <a:ext cx="2322576" cy="3657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499616"/>
            <a:ext cx="2322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Report Writer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199632" y="1874520"/>
            <a:ext cx="232257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professional test reports in Turkish technical language, exportable as DOCX and PDF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852928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" y="2999232"/>
            <a:ext cx="2322576" cy="3657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072384"/>
            <a:ext cx="2322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Dashboard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1792" y="3447288"/>
            <a:ext cx="232257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pass/fail status across all DUTs and tests in a single view with live charts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46120" y="2852928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10712" y="2999232"/>
            <a:ext cx="2322576" cy="3657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3072384"/>
            <a:ext cx="2322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410712" y="3447288"/>
            <a:ext cx="232257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with lint, unit tests, and semantic versioning on every push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35040" y="2852928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99632" y="2999232"/>
            <a:ext cx="2322576" cy="3657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3072384"/>
            <a:ext cx="2322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199632" y="3447288"/>
            <a:ext cx="232257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local LLM — no data leaves the machine. Ideal for confidential automotive projects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737360" cy="274320"/>
          </a:xfrm>
          <a:prstGeom prst="roundRect">
            <a:avLst>
              <a:gd name="adj" fmla="val 2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402336"/>
          </a:xfrm>
          <a:prstGeom prst="roundRect">
            <a:avLst>
              <a:gd name="adj" fmla="val 22727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92224"/>
            <a:ext cx="3931920" cy="438912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920240"/>
            <a:ext cx="182880" cy="182880"/>
          </a:xfrm>
          <a:prstGeom prst="ellipse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792224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22576"/>
            <a:ext cx="3931920" cy="438912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450592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322576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52928"/>
            <a:ext cx="3931920" cy="438912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2980944"/>
            <a:ext cx="182880" cy="182880"/>
          </a:xfrm>
          <a:prstGeom prst="ellipse">
            <a:avLst/>
          </a:prstGeom>
          <a:solidFill>
            <a:srgbClr val="FF6384"/>
          </a:solidFill>
          <a:ln w="12700">
            <a:solidFill>
              <a:srgbClr val="FF63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85292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3931920" cy="438912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511296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38328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1280160"/>
            <a:ext cx="3931920" cy="402336"/>
          </a:xfrm>
          <a:prstGeom prst="roundRect">
            <a:avLst>
              <a:gd name="adj" fmla="val 22727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28016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00600" y="1792224"/>
            <a:ext cx="3931920" cy="438912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65192" y="1920240"/>
            <a:ext cx="182880" cy="1828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9512" y="1792224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(Python)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2322576"/>
            <a:ext cx="3931920" cy="438912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65192" y="2450592"/>
            <a:ext cx="182880" cy="182880"/>
          </a:xfrm>
          <a:prstGeom prst="ellipse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39512" y="2322576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00600" y="2852928"/>
            <a:ext cx="3931920" cy="438912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65192" y="2980944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9512" y="285292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/ Qwen2.5-14B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00600" y="3383280"/>
            <a:ext cx="3931920" cy="438912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65192" y="3511296"/>
            <a:ext cx="182880" cy="1828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9512" y="338328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 + reportlab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1148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508760" y="4224528"/>
            <a:ext cx="1336853" cy="320040"/>
          </a:xfrm>
          <a:prstGeom prst="roundRect">
            <a:avLst>
              <a:gd name="adj" fmla="val 22857"/>
            </a:avLst>
          </a:prstGeom>
          <a:solidFill>
            <a:srgbClr val="0A1F3A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08760" y="4224528"/>
            <a:ext cx="13368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973629" y="4224528"/>
            <a:ext cx="729691" cy="320040"/>
          </a:xfrm>
          <a:prstGeom prst="roundRect">
            <a:avLst>
              <a:gd name="adj" fmla="val 22857"/>
            </a:avLst>
          </a:prstGeom>
          <a:solidFill>
            <a:srgbClr val="0A1F3A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73629" y="4224528"/>
            <a:ext cx="72969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831336" y="4224528"/>
            <a:ext cx="1716329" cy="320040"/>
          </a:xfrm>
          <a:prstGeom prst="roundRect">
            <a:avLst>
              <a:gd name="adj" fmla="val 22857"/>
            </a:avLst>
          </a:prstGeom>
          <a:solidFill>
            <a:srgbClr val="0A1F3A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31336" y="4224528"/>
            <a:ext cx="171632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Versioning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75681" y="4224528"/>
            <a:ext cx="729691" cy="320040"/>
          </a:xfrm>
          <a:prstGeom prst="roundRect">
            <a:avLst>
              <a:gd name="adj" fmla="val 22857"/>
            </a:avLst>
          </a:prstGeom>
          <a:solidFill>
            <a:srgbClr val="0A1F3A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75681" y="4224528"/>
            <a:ext cx="72969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flake8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533388" y="4224528"/>
            <a:ext cx="729691" cy="320040"/>
          </a:xfrm>
          <a:prstGeom prst="roundRect">
            <a:avLst>
              <a:gd name="adj" fmla="val 22857"/>
            </a:avLst>
          </a:prstGeom>
          <a:solidFill>
            <a:srgbClr val="0A1F3A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3388" y="4224528"/>
            <a:ext cx="72969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737360" cy="274320"/>
          </a:xfrm>
          <a:prstGeom prst="roundRect">
            <a:avLst>
              <a:gd name="adj" fmla="val 2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Screenshots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2633472" cy="2880360"/>
          </a:xfrm>
          <a:prstGeom prst="roundRect">
            <a:avLst>
              <a:gd name="adj" fmla="val 4861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2633472" cy="14630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98448"/>
            <a:ext cx="2633472" cy="402336"/>
          </a:xfrm>
          <a:prstGeom prst="roundRect">
            <a:avLst>
              <a:gd name="adj" fmla="val 31818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16736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Dashboard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1801368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10512"/>
            <a:ext cx="713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" y="2103120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417320" y="1801368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1810512"/>
            <a:ext cx="713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2103120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240280" y="1801368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0280" y="1810512"/>
            <a:ext cx="713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240280" y="2103120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58368" y="3337560"/>
            <a:ext cx="292608" cy="658368"/>
          </a:xfrm>
          <a:prstGeom prst="rect">
            <a:avLst/>
          </a:prstGeom>
          <a:solidFill>
            <a:srgbClr val="34D3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5568" y="3557016"/>
            <a:ext cx="292608" cy="438912"/>
          </a:xfrm>
          <a:prstGeom prst="rect">
            <a:avLst/>
          </a:prstGeom>
          <a:solidFill>
            <a:srgbClr val="34D3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72768" y="3172968"/>
            <a:ext cx="292608" cy="822960"/>
          </a:xfrm>
          <a:prstGeom prst="rect">
            <a:avLst/>
          </a:prstGeom>
          <a:solidFill>
            <a:srgbClr val="34D3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29968" y="3666744"/>
            <a:ext cx="292608" cy="329184"/>
          </a:xfrm>
          <a:prstGeom prst="rect">
            <a:avLst/>
          </a:prstGeom>
          <a:solidFill>
            <a:srgbClr val="F8717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87168" y="3447288"/>
            <a:ext cx="292608" cy="548640"/>
          </a:xfrm>
          <a:prstGeom prst="rect">
            <a:avLst/>
          </a:prstGeom>
          <a:solidFill>
            <a:srgbClr val="F8717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995928"/>
            <a:ext cx="241401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46704" y="1298448"/>
            <a:ext cx="2633472" cy="2880360"/>
          </a:xfrm>
          <a:prstGeom prst="roundRect">
            <a:avLst>
              <a:gd name="adj" fmla="val 4861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46704" y="1554480"/>
            <a:ext cx="2633472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46704" y="1298448"/>
            <a:ext cx="2633472" cy="402336"/>
          </a:xfrm>
          <a:prstGeom prst="roundRect">
            <a:avLst>
              <a:gd name="adj" fmla="val 3181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46704" y="1316736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Test Catalog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38144" y="1773936"/>
            <a:ext cx="2450592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65576" y="1792224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Name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608576" y="1792224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084064" y="179222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438144" y="2066544"/>
            <a:ext cx="2450592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65576" y="211226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Supply Voltage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608576" y="2112264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ISO-2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084064" y="21122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438144" y="2468880"/>
            <a:ext cx="2450592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65576" y="25146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Superimposed AC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608576" y="2514600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ISO-2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084064" y="2514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438144" y="2871216"/>
            <a:ext cx="2450592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65576" y="291693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Temp Op.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608576" y="2916936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ISO-4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084064" y="291693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438144" y="3273552"/>
            <a:ext cx="2450592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65576" y="33192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Resist.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608576" y="3319272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ISO-5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084064" y="33192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438144" y="3675888"/>
            <a:ext cx="2450592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65576" y="37216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Overvoltage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608576" y="3721608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ISO-2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084064" y="372160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236208" y="1298448"/>
            <a:ext cx="2633472" cy="2880360"/>
          </a:xfrm>
          <a:prstGeom prst="roundRect">
            <a:avLst>
              <a:gd name="adj" fmla="val 4861"/>
            </a:avLst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4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236208" y="1554480"/>
            <a:ext cx="2633472" cy="14630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36208" y="1298448"/>
            <a:ext cx="2633472" cy="402336"/>
          </a:xfrm>
          <a:prstGeom prst="roundRect">
            <a:avLst>
              <a:gd name="adj" fmla="val 31818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36208" y="1316736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Report Writer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400800" y="1810512"/>
            <a:ext cx="2304288" cy="1572768"/>
          </a:xfrm>
          <a:prstGeom prst="roundRect">
            <a:avLst>
              <a:gd name="adj" fmla="val 407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510528" y="1956816"/>
            <a:ext cx="1772107" cy="91440"/>
          </a:xfrm>
          <a:prstGeom prst="rect">
            <a:avLst/>
          </a:prstGeom>
          <a:solidFill>
            <a:srgbClr val="FDE6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510528" y="2157984"/>
            <a:ext cx="1146658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510528" y="2359152"/>
            <a:ext cx="1501079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510528" y="2560320"/>
            <a:ext cx="938174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510528" y="2761488"/>
            <a:ext cx="1417686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510528" y="2962656"/>
            <a:ext cx="792236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510528" y="3163824"/>
            <a:ext cx="1250899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400800" y="3511296"/>
            <a:ext cx="2304288" cy="256032"/>
          </a:xfrm>
          <a:prstGeom prst="roundRect">
            <a:avLst>
              <a:gd name="adj" fmla="val 21429"/>
            </a:avLst>
          </a:prstGeom>
          <a:solidFill>
            <a:srgbClr val="162032"/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0" y="3511296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Generated — ISO 16750 Compliant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510528" y="3858768"/>
            <a:ext cx="2084832" cy="329184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10528" y="3858768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  ▶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63240" y="274320"/>
            <a:ext cx="3017520" cy="3017520"/>
          </a:xfrm>
          <a:prstGeom prst="ellipse">
            <a:avLst/>
          </a:prstGeom>
          <a:solidFill>
            <a:srgbClr val="F59E0B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0" y="594360"/>
            <a:ext cx="2377440" cy="2377440"/>
          </a:xfrm>
          <a:prstGeom prst="ellipse">
            <a:avLst/>
          </a:prstGeom>
          <a:solidFill>
            <a:srgbClr val="F59E0B">
              <a:alpha val="2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63240" y="27432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914400" y="3401568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1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418795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Catalog  •  AI Report Generation  •  Pass / Fail Results  •  DOCX Export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737360" cy="274320"/>
          </a:xfrm>
          <a:prstGeom prst="roundRect">
            <a:avLst>
              <a:gd name="adj" fmla="val 2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474720" cy="1298448"/>
          </a:xfrm>
          <a:prstGeom prst="roundRect">
            <a:avLst>
              <a:gd name="adj" fmla="val 9859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89888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30+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Tests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mapped per DUT from ISO 16750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3474720" cy="1298448"/>
          </a:xfrm>
          <a:prstGeom prst="roundRect">
            <a:avLst>
              <a:gd name="adj" fmla="val 9859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852928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~80%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Less Time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on report and checklist writing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34840" y="137160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17136" y="1572768"/>
            <a:ext cx="36576" cy="51206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133502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Backend + DB + Ollama integration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34840" y="208483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17136" y="2286000"/>
            <a:ext cx="36576" cy="51206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2048256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React frontend (all 5 pages)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34840" y="2798064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17136" y="2999232"/>
            <a:ext cx="36576" cy="51206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276148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Export features + CI/CD pipeline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34840" y="351129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312" y="347472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Testing, polish, demo prep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133088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1A0E0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133088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"TestForge turns hours of manual test engineering work into minutes — without sending a single byte to the cloud."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TestForge — Final Project Proposal</dc:title>
  <dc:subject>PptxGenJS Presentation</dc:subject>
  <dc:creator>Caner Yılmaz</dc:creator>
  <cp:lastModifiedBy>Caner Yılmaz</cp:lastModifiedBy>
  <cp:revision>1</cp:revision>
  <dcterms:created xsi:type="dcterms:W3CDTF">2026-06-30T05:10:44Z</dcterms:created>
  <dcterms:modified xsi:type="dcterms:W3CDTF">2026-06-30T05:10:44Z</dcterms:modified>
</cp:coreProperties>
</file>